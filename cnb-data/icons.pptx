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4" r:id="rId6"/>
    <p:sldId id="263" r:id="rId7"/>
    <p:sldId id="262" r:id="rId8"/>
    <p:sldId id="261" r:id="rId9"/>
    <p:sldId id="25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794BF"/>
    <a:srgbClr val="F79530"/>
    <a:srgbClr val="4BB7BB"/>
    <a:srgbClr val="E9624D"/>
    <a:srgbClr val="9EC840"/>
    <a:srgbClr val="DB68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0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5C1E8-AB48-4661-A933-45F24C4787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7F5B505C-1144-4D6D-8BEF-4CE7DC2598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E2A3C3C0-41E9-4B64-9D26-48645DF87537}"/>
              </a:ext>
            </a:extLst>
          </p:cNvPr>
          <p:cNvSpPr>
            <a:spLocks noGrp="1"/>
          </p:cNvSpPr>
          <p:nvPr>
            <p:ph type="dt" sz="half" idx="10"/>
          </p:nvPr>
        </p:nvSpPr>
        <p:spPr/>
        <p:txBody>
          <a:bodyPr/>
          <a:lstStyle/>
          <a:p>
            <a:fld id="{194557BE-E450-47D0-93D3-7A104E452990}" type="datetimeFigureOut">
              <a:rPr lang="en-PH" smtClean="0"/>
              <a:t>25/04/2026</a:t>
            </a:fld>
            <a:endParaRPr lang="en-PH"/>
          </a:p>
        </p:txBody>
      </p:sp>
      <p:sp>
        <p:nvSpPr>
          <p:cNvPr id="5" name="Footer Placeholder 4">
            <a:extLst>
              <a:ext uri="{FF2B5EF4-FFF2-40B4-BE49-F238E27FC236}">
                <a16:creationId xmlns:a16="http://schemas.microsoft.com/office/drawing/2014/main" id="{98610F83-442F-47FC-9612-B6C3BE25D31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26D36F2-8934-4AA2-A349-7998B3234C7D}"/>
              </a:ext>
            </a:extLst>
          </p:cNvPr>
          <p:cNvSpPr>
            <a:spLocks noGrp="1"/>
          </p:cNvSpPr>
          <p:nvPr>
            <p:ph type="sldNum" sz="quarter" idx="12"/>
          </p:nvPr>
        </p:nvSpPr>
        <p:spPr/>
        <p:txBody>
          <a:bodyPr/>
          <a:lstStyle/>
          <a:p>
            <a:fld id="{505D36A9-74D0-495D-AE1D-43AEAF48DEB2}" type="slidenum">
              <a:rPr lang="en-PH" smtClean="0"/>
              <a:t>‹#›</a:t>
            </a:fld>
            <a:endParaRPr lang="en-PH"/>
          </a:p>
        </p:txBody>
      </p:sp>
    </p:spTree>
    <p:extLst>
      <p:ext uri="{BB962C8B-B14F-4D97-AF65-F5344CB8AC3E}">
        <p14:creationId xmlns:p14="http://schemas.microsoft.com/office/powerpoint/2010/main" val="2802197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5F26-3011-4B30-AB78-BC1560177F01}"/>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C7BB23CE-E211-42FE-8BF7-295370A618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0ABA32E0-4063-495A-8038-F79C88115377}"/>
              </a:ext>
            </a:extLst>
          </p:cNvPr>
          <p:cNvSpPr>
            <a:spLocks noGrp="1"/>
          </p:cNvSpPr>
          <p:nvPr>
            <p:ph type="dt" sz="half" idx="10"/>
          </p:nvPr>
        </p:nvSpPr>
        <p:spPr/>
        <p:txBody>
          <a:bodyPr/>
          <a:lstStyle/>
          <a:p>
            <a:fld id="{194557BE-E450-47D0-93D3-7A104E452990}" type="datetimeFigureOut">
              <a:rPr lang="en-PH" smtClean="0"/>
              <a:t>25/04/2026</a:t>
            </a:fld>
            <a:endParaRPr lang="en-PH"/>
          </a:p>
        </p:txBody>
      </p:sp>
      <p:sp>
        <p:nvSpPr>
          <p:cNvPr id="5" name="Footer Placeholder 4">
            <a:extLst>
              <a:ext uri="{FF2B5EF4-FFF2-40B4-BE49-F238E27FC236}">
                <a16:creationId xmlns:a16="http://schemas.microsoft.com/office/drawing/2014/main" id="{48764BF9-0095-46C2-A7BF-629579B2FC7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D4C37CB-3007-4D1D-A6EE-10F0F60F3B11}"/>
              </a:ext>
            </a:extLst>
          </p:cNvPr>
          <p:cNvSpPr>
            <a:spLocks noGrp="1"/>
          </p:cNvSpPr>
          <p:nvPr>
            <p:ph type="sldNum" sz="quarter" idx="12"/>
          </p:nvPr>
        </p:nvSpPr>
        <p:spPr/>
        <p:txBody>
          <a:bodyPr/>
          <a:lstStyle/>
          <a:p>
            <a:fld id="{505D36A9-74D0-495D-AE1D-43AEAF48DEB2}" type="slidenum">
              <a:rPr lang="en-PH" smtClean="0"/>
              <a:t>‹#›</a:t>
            </a:fld>
            <a:endParaRPr lang="en-PH"/>
          </a:p>
        </p:txBody>
      </p:sp>
    </p:spTree>
    <p:extLst>
      <p:ext uri="{BB962C8B-B14F-4D97-AF65-F5344CB8AC3E}">
        <p14:creationId xmlns:p14="http://schemas.microsoft.com/office/powerpoint/2010/main" val="11015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FB015-58DE-4D46-BB2D-C0F14C40C7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97C0EE04-DF9F-4339-A0C8-1D5A6A3E20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158873-5F57-404D-99E9-868000C2FEB6}"/>
              </a:ext>
            </a:extLst>
          </p:cNvPr>
          <p:cNvSpPr>
            <a:spLocks noGrp="1"/>
          </p:cNvSpPr>
          <p:nvPr>
            <p:ph type="dt" sz="half" idx="10"/>
          </p:nvPr>
        </p:nvSpPr>
        <p:spPr/>
        <p:txBody>
          <a:bodyPr/>
          <a:lstStyle/>
          <a:p>
            <a:fld id="{194557BE-E450-47D0-93D3-7A104E452990}" type="datetimeFigureOut">
              <a:rPr lang="en-PH" smtClean="0"/>
              <a:t>25/04/2026</a:t>
            </a:fld>
            <a:endParaRPr lang="en-PH"/>
          </a:p>
        </p:txBody>
      </p:sp>
      <p:sp>
        <p:nvSpPr>
          <p:cNvPr id="5" name="Footer Placeholder 4">
            <a:extLst>
              <a:ext uri="{FF2B5EF4-FFF2-40B4-BE49-F238E27FC236}">
                <a16:creationId xmlns:a16="http://schemas.microsoft.com/office/drawing/2014/main" id="{9FC2D4F0-0476-4892-A504-218C0E5D1EA5}"/>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8AC4C32-BBE0-4DA2-B982-437A3B32B48E}"/>
              </a:ext>
            </a:extLst>
          </p:cNvPr>
          <p:cNvSpPr>
            <a:spLocks noGrp="1"/>
          </p:cNvSpPr>
          <p:nvPr>
            <p:ph type="sldNum" sz="quarter" idx="12"/>
          </p:nvPr>
        </p:nvSpPr>
        <p:spPr/>
        <p:txBody>
          <a:bodyPr/>
          <a:lstStyle/>
          <a:p>
            <a:fld id="{505D36A9-74D0-495D-AE1D-43AEAF48DEB2}" type="slidenum">
              <a:rPr lang="en-PH" smtClean="0"/>
              <a:t>‹#›</a:t>
            </a:fld>
            <a:endParaRPr lang="en-PH"/>
          </a:p>
        </p:txBody>
      </p:sp>
    </p:spTree>
    <p:extLst>
      <p:ext uri="{BB962C8B-B14F-4D97-AF65-F5344CB8AC3E}">
        <p14:creationId xmlns:p14="http://schemas.microsoft.com/office/powerpoint/2010/main" val="3165686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8A0D-6DA5-4DF7-AD9F-EE405227A217}"/>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548DB3F7-8170-494E-B5C4-2886F38413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83E4B5C4-4FD6-4E3F-8936-32C0E54F9D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5F9CE4B1-7BD1-4EEA-86A5-6C5A555C9DFB}"/>
              </a:ext>
            </a:extLst>
          </p:cNvPr>
          <p:cNvSpPr>
            <a:spLocks noGrp="1"/>
          </p:cNvSpPr>
          <p:nvPr>
            <p:ph type="dt" sz="half" idx="10"/>
          </p:nvPr>
        </p:nvSpPr>
        <p:spPr/>
        <p:txBody>
          <a:bodyPr/>
          <a:lstStyle/>
          <a:p>
            <a:fld id="{194557BE-E450-47D0-93D3-7A104E452990}" type="datetimeFigureOut">
              <a:rPr lang="en-PH" smtClean="0"/>
              <a:t>25/04/2026</a:t>
            </a:fld>
            <a:endParaRPr lang="en-PH"/>
          </a:p>
        </p:txBody>
      </p:sp>
      <p:sp>
        <p:nvSpPr>
          <p:cNvPr id="6" name="Footer Placeholder 5">
            <a:extLst>
              <a:ext uri="{FF2B5EF4-FFF2-40B4-BE49-F238E27FC236}">
                <a16:creationId xmlns:a16="http://schemas.microsoft.com/office/drawing/2014/main" id="{54B95E9A-286E-4978-8FF0-C414831D0551}"/>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B3C6F24-D067-439B-92F3-3C27E4F9934C}"/>
              </a:ext>
            </a:extLst>
          </p:cNvPr>
          <p:cNvSpPr>
            <a:spLocks noGrp="1"/>
          </p:cNvSpPr>
          <p:nvPr>
            <p:ph type="sldNum" sz="quarter" idx="12"/>
          </p:nvPr>
        </p:nvSpPr>
        <p:spPr/>
        <p:txBody>
          <a:bodyPr/>
          <a:lstStyle/>
          <a:p>
            <a:fld id="{505D36A9-74D0-495D-AE1D-43AEAF48DEB2}" type="slidenum">
              <a:rPr lang="en-PH" smtClean="0"/>
              <a:t>‹#›</a:t>
            </a:fld>
            <a:endParaRPr lang="en-PH"/>
          </a:p>
        </p:txBody>
      </p:sp>
    </p:spTree>
    <p:extLst>
      <p:ext uri="{BB962C8B-B14F-4D97-AF65-F5344CB8AC3E}">
        <p14:creationId xmlns:p14="http://schemas.microsoft.com/office/powerpoint/2010/main" val="1109769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CA7C5-F3AF-4410-973C-9907CEE5B4DA}"/>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064E94E9-0209-46EF-920C-6771C0570E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5EE173-A427-4EA5-A592-F142ED0F59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00A554A8-DFEC-4751-A2F2-86AB5B13C5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A5103A-5479-408C-B5E9-7CBA7588BF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18DED321-5F8A-4165-87A3-EF05141F7DBA}"/>
              </a:ext>
            </a:extLst>
          </p:cNvPr>
          <p:cNvSpPr>
            <a:spLocks noGrp="1"/>
          </p:cNvSpPr>
          <p:nvPr>
            <p:ph type="dt" sz="half" idx="10"/>
          </p:nvPr>
        </p:nvSpPr>
        <p:spPr/>
        <p:txBody>
          <a:bodyPr/>
          <a:lstStyle/>
          <a:p>
            <a:fld id="{194557BE-E450-47D0-93D3-7A104E452990}" type="datetimeFigureOut">
              <a:rPr lang="en-PH" smtClean="0"/>
              <a:t>25/04/2026</a:t>
            </a:fld>
            <a:endParaRPr lang="en-PH"/>
          </a:p>
        </p:txBody>
      </p:sp>
      <p:sp>
        <p:nvSpPr>
          <p:cNvPr id="8" name="Footer Placeholder 7">
            <a:extLst>
              <a:ext uri="{FF2B5EF4-FFF2-40B4-BE49-F238E27FC236}">
                <a16:creationId xmlns:a16="http://schemas.microsoft.com/office/drawing/2014/main" id="{28161EC5-0718-43B9-B903-FDA071C2ED96}"/>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B81B30B8-CB81-43EA-B010-C2A73D82CE39}"/>
              </a:ext>
            </a:extLst>
          </p:cNvPr>
          <p:cNvSpPr>
            <a:spLocks noGrp="1"/>
          </p:cNvSpPr>
          <p:nvPr>
            <p:ph type="sldNum" sz="quarter" idx="12"/>
          </p:nvPr>
        </p:nvSpPr>
        <p:spPr/>
        <p:txBody>
          <a:bodyPr/>
          <a:lstStyle/>
          <a:p>
            <a:fld id="{505D36A9-74D0-495D-AE1D-43AEAF48DEB2}" type="slidenum">
              <a:rPr lang="en-PH" smtClean="0"/>
              <a:t>‹#›</a:t>
            </a:fld>
            <a:endParaRPr lang="en-PH"/>
          </a:p>
        </p:txBody>
      </p:sp>
    </p:spTree>
    <p:extLst>
      <p:ext uri="{BB962C8B-B14F-4D97-AF65-F5344CB8AC3E}">
        <p14:creationId xmlns:p14="http://schemas.microsoft.com/office/powerpoint/2010/main" val="1197173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F694E-0713-4F9B-A9FE-84BCBDAC1655}"/>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5407F6A4-DFA8-432C-BB75-F9EEAC7C1C3A}"/>
              </a:ext>
            </a:extLst>
          </p:cNvPr>
          <p:cNvSpPr>
            <a:spLocks noGrp="1"/>
          </p:cNvSpPr>
          <p:nvPr>
            <p:ph type="dt" sz="half" idx="10"/>
          </p:nvPr>
        </p:nvSpPr>
        <p:spPr/>
        <p:txBody>
          <a:bodyPr/>
          <a:lstStyle/>
          <a:p>
            <a:fld id="{194557BE-E450-47D0-93D3-7A104E452990}" type="datetimeFigureOut">
              <a:rPr lang="en-PH" smtClean="0"/>
              <a:t>25/04/2026</a:t>
            </a:fld>
            <a:endParaRPr lang="en-PH"/>
          </a:p>
        </p:txBody>
      </p:sp>
      <p:sp>
        <p:nvSpPr>
          <p:cNvPr id="4" name="Footer Placeholder 3">
            <a:extLst>
              <a:ext uri="{FF2B5EF4-FFF2-40B4-BE49-F238E27FC236}">
                <a16:creationId xmlns:a16="http://schemas.microsoft.com/office/drawing/2014/main" id="{E8E185E0-32E0-49D6-A986-B047FC6544D5}"/>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EF3F3E84-D165-48C2-9871-9985D39AA1DD}"/>
              </a:ext>
            </a:extLst>
          </p:cNvPr>
          <p:cNvSpPr>
            <a:spLocks noGrp="1"/>
          </p:cNvSpPr>
          <p:nvPr>
            <p:ph type="sldNum" sz="quarter" idx="12"/>
          </p:nvPr>
        </p:nvSpPr>
        <p:spPr/>
        <p:txBody>
          <a:bodyPr/>
          <a:lstStyle/>
          <a:p>
            <a:fld id="{505D36A9-74D0-495D-AE1D-43AEAF48DEB2}" type="slidenum">
              <a:rPr lang="en-PH" smtClean="0"/>
              <a:t>‹#›</a:t>
            </a:fld>
            <a:endParaRPr lang="en-PH"/>
          </a:p>
        </p:txBody>
      </p:sp>
    </p:spTree>
    <p:extLst>
      <p:ext uri="{BB962C8B-B14F-4D97-AF65-F5344CB8AC3E}">
        <p14:creationId xmlns:p14="http://schemas.microsoft.com/office/powerpoint/2010/main" val="3242225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0174A6-18A6-49E0-935B-1B9F78AE4DB1}"/>
              </a:ext>
            </a:extLst>
          </p:cNvPr>
          <p:cNvSpPr>
            <a:spLocks noGrp="1"/>
          </p:cNvSpPr>
          <p:nvPr>
            <p:ph type="dt" sz="half" idx="10"/>
          </p:nvPr>
        </p:nvSpPr>
        <p:spPr/>
        <p:txBody>
          <a:bodyPr/>
          <a:lstStyle/>
          <a:p>
            <a:fld id="{194557BE-E450-47D0-93D3-7A104E452990}" type="datetimeFigureOut">
              <a:rPr lang="en-PH" smtClean="0"/>
              <a:t>25/04/2026</a:t>
            </a:fld>
            <a:endParaRPr lang="en-PH"/>
          </a:p>
        </p:txBody>
      </p:sp>
      <p:sp>
        <p:nvSpPr>
          <p:cNvPr id="3" name="Footer Placeholder 2">
            <a:extLst>
              <a:ext uri="{FF2B5EF4-FFF2-40B4-BE49-F238E27FC236}">
                <a16:creationId xmlns:a16="http://schemas.microsoft.com/office/drawing/2014/main" id="{1ECCD0AC-74E7-42C9-9737-F917F253F6E8}"/>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344C5859-E7B4-480B-BD5D-BF82078C86DC}"/>
              </a:ext>
            </a:extLst>
          </p:cNvPr>
          <p:cNvSpPr>
            <a:spLocks noGrp="1"/>
          </p:cNvSpPr>
          <p:nvPr>
            <p:ph type="sldNum" sz="quarter" idx="12"/>
          </p:nvPr>
        </p:nvSpPr>
        <p:spPr/>
        <p:txBody>
          <a:bodyPr/>
          <a:lstStyle/>
          <a:p>
            <a:fld id="{505D36A9-74D0-495D-AE1D-43AEAF48DEB2}" type="slidenum">
              <a:rPr lang="en-PH" smtClean="0"/>
              <a:t>‹#›</a:t>
            </a:fld>
            <a:endParaRPr lang="en-PH"/>
          </a:p>
        </p:txBody>
      </p:sp>
    </p:spTree>
    <p:extLst>
      <p:ext uri="{BB962C8B-B14F-4D97-AF65-F5344CB8AC3E}">
        <p14:creationId xmlns:p14="http://schemas.microsoft.com/office/powerpoint/2010/main" val="698884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AA70C-389B-418B-B590-EC4782AA90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355B494F-52FC-4AED-91AB-B95920A947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55F46848-7F81-467A-A3AE-236E66595E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6EA523-11AC-4450-BA05-698E1AF32B01}"/>
              </a:ext>
            </a:extLst>
          </p:cNvPr>
          <p:cNvSpPr>
            <a:spLocks noGrp="1"/>
          </p:cNvSpPr>
          <p:nvPr>
            <p:ph type="dt" sz="half" idx="10"/>
          </p:nvPr>
        </p:nvSpPr>
        <p:spPr/>
        <p:txBody>
          <a:bodyPr/>
          <a:lstStyle/>
          <a:p>
            <a:fld id="{194557BE-E450-47D0-93D3-7A104E452990}" type="datetimeFigureOut">
              <a:rPr lang="en-PH" smtClean="0"/>
              <a:t>25/04/2026</a:t>
            </a:fld>
            <a:endParaRPr lang="en-PH"/>
          </a:p>
        </p:txBody>
      </p:sp>
      <p:sp>
        <p:nvSpPr>
          <p:cNvPr id="6" name="Footer Placeholder 5">
            <a:extLst>
              <a:ext uri="{FF2B5EF4-FFF2-40B4-BE49-F238E27FC236}">
                <a16:creationId xmlns:a16="http://schemas.microsoft.com/office/drawing/2014/main" id="{EBE37F4A-77E6-432F-AB4A-C3BB8D48D5E8}"/>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7F96D01B-CC91-4581-9F30-D1BA1FC199D9}"/>
              </a:ext>
            </a:extLst>
          </p:cNvPr>
          <p:cNvSpPr>
            <a:spLocks noGrp="1"/>
          </p:cNvSpPr>
          <p:nvPr>
            <p:ph type="sldNum" sz="quarter" idx="12"/>
          </p:nvPr>
        </p:nvSpPr>
        <p:spPr/>
        <p:txBody>
          <a:bodyPr/>
          <a:lstStyle/>
          <a:p>
            <a:fld id="{505D36A9-74D0-495D-AE1D-43AEAF48DEB2}" type="slidenum">
              <a:rPr lang="en-PH" smtClean="0"/>
              <a:t>‹#›</a:t>
            </a:fld>
            <a:endParaRPr lang="en-PH"/>
          </a:p>
        </p:txBody>
      </p:sp>
    </p:spTree>
    <p:extLst>
      <p:ext uri="{BB962C8B-B14F-4D97-AF65-F5344CB8AC3E}">
        <p14:creationId xmlns:p14="http://schemas.microsoft.com/office/powerpoint/2010/main" val="3049951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036B4-7BE2-428E-9276-73EC442574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B0F4A778-77F2-4C0B-964E-912AF6DA14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096C4F21-8ED1-422D-88B1-22F1C2B0A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170125-4F46-4A2E-8319-6D52334CFA2F}"/>
              </a:ext>
            </a:extLst>
          </p:cNvPr>
          <p:cNvSpPr>
            <a:spLocks noGrp="1"/>
          </p:cNvSpPr>
          <p:nvPr>
            <p:ph type="dt" sz="half" idx="10"/>
          </p:nvPr>
        </p:nvSpPr>
        <p:spPr/>
        <p:txBody>
          <a:bodyPr/>
          <a:lstStyle/>
          <a:p>
            <a:fld id="{194557BE-E450-47D0-93D3-7A104E452990}" type="datetimeFigureOut">
              <a:rPr lang="en-PH" smtClean="0"/>
              <a:t>25/04/2026</a:t>
            </a:fld>
            <a:endParaRPr lang="en-PH"/>
          </a:p>
        </p:txBody>
      </p:sp>
      <p:sp>
        <p:nvSpPr>
          <p:cNvPr id="6" name="Footer Placeholder 5">
            <a:extLst>
              <a:ext uri="{FF2B5EF4-FFF2-40B4-BE49-F238E27FC236}">
                <a16:creationId xmlns:a16="http://schemas.microsoft.com/office/drawing/2014/main" id="{997B2CF2-54D1-4180-A758-14B8078064E3}"/>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233E34D-8B59-40E5-A09F-0FC9B0081BBD}"/>
              </a:ext>
            </a:extLst>
          </p:cNvPr>
          <p:cNvSpPr>
            <a:spLocks noGrp="1"/>
          </p:cNvSpPr>
          <p:nvPr>
            <p:ph type="sldNum" sz="quarter" idx="12"/>
          </p:nvPr>
        </p:nvSpPr>
        <p:spPr/>
        <p:txBody>
          <a:bodyPr/>
          <a:lstStyle/>
          <a:p>
            <a:fld id="{505D36A9-74D0-495D-AE1D-43AEAF48DEB2}" type="slidenum">
              <a:rPr lang="en-PH" smtClean="0"/>
              <a:t>‹#›</a:t>
            </a:fld>
            <a:endParaRPr lang="en-PH"/>
          </a:p>
        </p:txBody>
      </p:sp>
    </p:spTree>
    <p:extLst>
      <p:ext uri="{BB962C8B-B14F-4D97-AF65-F5344CB8AC3E}">
        <p14:creationId xmlns:p14="http://schemas.microsoft.com/office/powerpoint/2010/main" val="2826707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06224-3568-4B48-92C2-6EE9BB58E659}"/>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FD309B4E-B0F5-48A2-8FE7-0412E39B7E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6930B62-BCF7-4793-82A1-CCBE8A7174DE}"/>
              </a:ext>
            </a:extLst>
          </p:cNvPr>
          <p:cNvSpPr>
            <a:spLocks noGrp="1"/>
          </p:cNvSpPr>
          <p:nvPr>
            <p:ph type="dt" sz="half" idx="10"/>
          </p:nvPr>
        </p:nvSpPr>
        <p:spPr/>
        <p:txBody>
          <a:bodyPr/>
          <a:lstStyle/>
          <a:p>
            <a:fld id="{194557BE-E450-47D0-93D3-7A104E452990}" type="datetimeFigureOut">
              <a:rPr lang="en-PH" smtClean="0"/>
              <a:t>25/04/2026</a:t>
            </a:fld>
            <a:endParaRPr lang="en-PH"/>
          </a:p>
        </p:txBody>
      </p:sp>
      <p:sp>
        <p:nvSpPr>
          <p:cNvPr id="5" name="Footer Placeholder 4">
            <a:extLst>
              <a:ext uri="{FF2B5EF4-FFF2-40B4-BE49-F238E27FC236}">
                <a16:creationId xmlns:a16="http://schemas.microsoft.com/office/drawing/2014/main" id="{9276F53A-D09B-420B-AD0E-8698541A8CA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A323F3F-659C-4673-8959-E36F4A188BBB}"/>
              </a:ext>
            </a:extLst>
          </p:cNvPr>
          <p:cNvSpPr>
            <a:spLocks noGrp="1"/>
          </p:cNvSpPr>
          <p:nvPr>
            <p:ph type="sldNum" sz="quarter" idx="12"/>
          </p:nvPr>
        </p:nvSpPr>
        <p:spPr/>
        <p:txBody>
          <a:bodyPr/>
          <a:lstStyle/>
          <a:p>
            <a:fld id="{505D36A9-74D0-495D-AE1D-43AEAF48DEB2}" type="slidenum">
              <a:rPr lang="en-PH" smtClean="0"/>
              <a:t>‹#›</a:t>
            </a:fld>
            <a:endParaRPr lang="en-PH"/>
          </a:p>
        </p:txBody>
      </p:sp>
    </p:spTree>
    <p:extLst>
      <p:ext uri="{BB962C8B-B14F-4D97-AF65-F5344CB8AC3E}">
        <p14:creationId xmlns:p14="http://schemas.microsoft.com/office/powerpoint/2010/main" val="2938197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7834C6-954D-49E6-8034-083F46CAC2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A324AD58-28F5-4CB0-BB3D-257AC23BE4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FAFFDD7-DD74-4537-B8F4-53C26E98E67D}"/>
              </a:ext>
            </a:extLst>
          </p:cNvPr>
          <p:cNvSpPr>
            <a:spLocks noGrp="1"/>
          </p:cNvSpPr>
          <p:nvPr>
            <p:ph type="dt" sz="half" idx="10"/>
          </p:nvPr>
        </p:nvSpPr>
        <p:spPr/>
        <p:txBody>
          <a:bodyPr/>
          <a:lstStyle/>
          <a:p>
            <a:fld id="{194557BE-E450-47D0-93D3-7A104E452990}" type="datetimeFigureOut">
              <a:rPr lang="en-PH" smtClean="0"/>
              <a:t>25/04/2026</a:t>
            </a:fld>
            <a:endParaRPr lang="en-PH"/>
          </a:p>
        </p:txBody>
      </p:sp>
      <p:sp>
        <p:nvSpPr>
          <p:cNvPr id="5" name="Footer Placeholder 4">
            <a:extLst>
              <a:ext uri="{FF2B5EF4-FFF2-40B4-BE49-F238E27FC236}">
                <a16:creationId xmlns:a16="http://schemas.microsoft.com/office/drawing/2014/main" id="{529EE6A5-EE2B-4CD3-8C5F-A6DE3384737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4A503C7-A46F-4B59-8F34-40FE57ED0F36}"/>
              </a:ext>
            </a:extLst>
          </p:cNvPr>
          <p:cNvSpPr>
            <a:spLocks noGrp="1"/>
          </p:cNvSpPr>
          <p:nvPr>
            <p:ph type="sldNum" sz="quarter" idx="12"/>
          </p:nvPr>
        </p:nvSpPr>
        <p:spPr/>
        <p:txBody>
          <a:bodyPr/>
          <a:lstStyle/>
          <a:p>
            <a:fld id="{505D36A9-74D0-495D-AE1D-43AEAF48DEB2}" type="slidenum">
              <a:rPr lang="en-PH" smtClean="0"/>
              <a:t>‹#›</a:t>
            </a:fld>
            <a:endParaRPr lang="en-PH"/>
          </a:p>
        </p:txBody>
      </p:sp>
    </p:spTree>
    <p:extLst>
      <p:ext uri="{BB962C8B-B14F-4D97-AF65-F5344CB8AC3E}">
        <p14:creationId xmlns:p14="http://schemas.microsoft.com/office/powerpoint/2010/main" val="2593003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0006E1-2ABD-425E-B1D7-864A85CEF9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A57A644-2D56-4DEA-9439-AB352EAC77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8E8EEED-FB22-43EA-983C-1D849092F3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557BE-E450-47D0-93D3-7A104E452990}" type="datetimeFigureOut">
              <a:rPr lang="en-PH" smtClean="0"/>
              <a:t>25/04/2026</a:t>
            </a:fld>
            <a:endParaRPr lang="en-PH"/>
          </a:p>
        </p:txBody>
      </p:sp>
      <p:sp>
        <p:nvSpPr>
          <p:cNvPr id="5" name="Footer Placeholder 4">
            <a:extLst>
              <a:ext uri="{FF2B5EF4-FFF2-40B4-BE49-F238E27FC236}">
                <a16:creationId xmlns:a16="http://schemas.microsoft.com/office/drawing/2014/main" id="{F9389378-868E-49A8-B363-80A7C8A3A8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F1AB9912-A10C-4A9F-83A0-ACE22A5F59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5D36A9-74D0-495D-AE1D-43AEAF48DEB2}" type="slidenum">
              <a:rPr lang="en-PH" smtClean="0"/>
              <a:t>‹#›</a:t>
            </a:fld>
            <a:endParaRPr lang="en-PH"/>
          </a:p>
        </p:txBody>
      </p:sp>
    </p:spTree>
    <p:extLst>
      <p:ext uri="{BB962C8B-B14F-4D97-AF65-F5344CB8AC3E}">
        <p14:creationId xmlns:p14="http://schemas.microsoft.com/office/powerpoint/2010/main" val="737357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95E73D1-2A86-4B20-8DD5-C16BEE429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0"/>
            <a:ext cx="9601200" cy="6858000"/>
          </a:xfrm>
          <a:prstGeom prst="rect">
            <a:avLst/>
          </a:prstGeom>
        </p:spPr>
      </p:pic>
    </p:spTree>
    <p:extLst>
      <p:ext uri="{BB962C8B-B14F-4D97-AF65-F5344CB8AC3E}">
        <p14:creationId xmlns:p14="http://schemas.microsoft.com/office/powerpoint/2010/main" val="2787572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8E294F-A4E0-4FAE-AAED-4A763C3974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3517" y="625138"/>
            <a:ext cx="3479610" cy="3447241"/>
          </a:xfrm>
          <a:prstGeom prst="rect">
            <a:avLst/>
          </a:prstGeom>
        </p:spPr>
      </p:pic>
      <p:pic>
        <p:nvPicPr>
          <p:cNvPr id="13" name="Picture 12">
            <a:extLst>
              <a:ext uri="{FF2B5EF4-FFF2-40B4-BE49-F238E27FC236}">
                <a16:creationId xmlns:a16="http://schemas.microsoft.com/office/drawing/2014/main" id="{6B54C6BA-6461-4495-8386-B67B9C6B90AB}"/>
              </a:ext>
            </a:extLst>
          </p:cNvPr>
          <p:cNvPicPr>
            <a:picLocks noChangeAspect="1"/>
          </p:cNvPicPr>
          <p:nvPr/>
        </p:nvPicPr>
        <p:blipFill rotWithShape="1">
          <a:blip r:embed="rId2">
            <a:extLst>
              <a:ext uri="{28A0092B-C50C-407E-A947-70E740481C1C}">
                <a14:useLocalDpi xmlns:a14="http://schemas.microsoft.com/office/drawing/2010/main" val="0"/>
              </a:ext>
            </a:extLst>
          </a:blip>
          <a:srcRect l="18906" t="23159" r="14178" b="29806"/>
          <a:stretch/>
        </p:blipFill>
        <p:spPr>
          <a:xfrm>
            <a:off x="6796726" y="1423447"/>
            <a:ext cx="2328420" cy="1621411"/>
          </a:xfrm>
          <a:prstGeom prst="rect">
            <a:avLst/>
          </a:prstGeom>
        </p:spPr>
      </p:pic>
      <p:sp>
        <p:nvSpPr>
          <p:cNvPr id="15" name="Oval 14">
            <a:extLst>
              <a:ext uri="{FF2B5EF4-FFF2-40B4-BE49-F238E27FC236}">
                <a16:creationId xmlns:a16="http://schemas.microsoft.com/office/drawing/2014/main" id="{3E649217-3F20-4F9D-BB8F-D765B387CE16}"/>
              </a:ext>
            </a:extLst>
          </p:cNvPr>
          <p:cNvSpPr/>
          <p:nvPr/>
        </p:nvSpPr>
        <p:spPr>
          <a:xfrm>
            <a:off x="7560196" y="1423447"/>
            <a:ext cx="3291073" cy="32910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6" name="Picture 15">
            <a:extLst>
              <a:ext uri="{FF2B5EF4-FFF2-40B4-BE49-F238E27FC236}">
                <a16:creationId xmlns:a16="http://schemas.microsoft.com/office/drawing/2014/main" id="{E25E62B5-A0BC-4B44-BD48-B053472E5A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5917" y="777538"/>
            <a:ext cx="3479610" cy="3447241"/>
          </a:xfrm>
          <a:prstGeom prst="rect">
            <a:avLst/>
          </a:prstGeom>
        </p:spPr>
      </p:pic>
      <p:pic>
        <p:nvPicPr>
          <p:cNvPr id="18" name="Picture 17">
            <a:extLst>
              <a:ext uri="{FF2B5EF4-FFF2-40B4-BE49-F238E27FC236}">
                <a16:creationId xmlns:a16="http://schemas.microsoft.com/office/drawing/2014/main" id="{855AAF4D-D3CA-4F00-9E47-F358B4B192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668" y="1147082"/>
            <a:ext cx="6389370" cy="4563836"/>
          </a:xfrm>
          <a:prstGeom prst="rect">
            <a:avLst/>
          </a:prstGeom>
        </p:spPr>
      </p:pic>
    </p:spTree>
    <p:extLst>
      <p:ext uri="{BB962C8B-B14F-4D97-AF65-F5344CB8AC3E}">
        <p14:creationId xmlns:p14="http://schemas.microsoft.com/office/powerpoint/2010/main" val="2106479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C80090-427D-472F-B159-13E453D077AD}"/>
              </a:ext>
            </a:extLst>
          </p:cNvPr>
          <p:cNvSpPr/>
          <p:nvPr/>
        </p:nvSpPr>
        <p:spPr>
          <a:xfrm>
            <a:off x="2667000" y="0"/>
            <a:ext cx="6858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9" name="Group 8">
            <a:extLst>
              <a:ext uri="{FF2B5EF4-FFF2-40B4-BE49-F238E27FC236}">
                <a16:creationId xmlns:a16="http://schemas.microsoft.com/office/drawing/2014/main" id="{6BB7E984-7DE1-47C1-B427-1B4E961CB720}"/>
              </a:ext>
            </a:extLst>
          </p:cNvPr>
          <p:cNvGrpSpPr/>
          <p:nvPr/>
        </p:nvGrpSpPr>
        <p:grpSpPr>
          <a:xfrm>
            <a:off x="4953000" y="429108"/>
            <a:ext cx="2286000" cy="2286000"/>
            <a:chOff x="1133325" y="720723"/>
            <a:chExt cx="2286000" cy="2286000"/>
          </a:xfrm>
        </p:grpSpPr>
        <p:sp>
          <p:nvSpPr>
            <p:cNvPr id="6" name="Oval 5">
              <a:extLst>
                <a:ext uri="{FF2B5EF4-FFF2-40B4-BE49-F238E27FC236}">
                  <a16:creationId xmlns:a16="http://schemas.microsoft.com/office/drawing/2014/main" id="{B1AE4BB8-C265-4E9C-ABC7-44010C5E6FB2}"/>
                </a:ext>
              </a:extLst>
            </p:cNvPr>
            <p:cNvSpPr/>
            <p:nvPr/>
          </p:nvSpPr>
          <p:spPr>
            <a:xfrm>
              <a:off x="1133325" y="720723"/>
              <a:ext cx="2286000" cy="2286000"/>
            </a:xfrm>
            <a:prstGeom prst="ellipse">
              <a:avLst/>
            </a:prstGeom>
            <a:solidFill>
              <a:schemeClr val="bg1">
                <a:lumMod val="95000"/>
              </a:schemeClr>
            </a:solidFill>
            <a:ln w="152400">
              <a:solidFill>
                <a:srgbClr val="9EC8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8" name="Picture 7">
              <a:extLst>
                <a:ext uri="{FF2B5EF4-FFF2-40B4-BE49-F238E27FC236}">
                  <a16:creationId xmlns:a16="http://schemas.microsoft.com/office/drawing/2014/main" id="{AC0C1D45-2478-4AA0-A075-49FB3030CC97}"/>
                </a:ext>
              </a:extLst>
            </p:cNvPr>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8906" t="23159" r="14178" b="29806"/>
            <a:stretch/>
          </p:blipFill>
          <p:spPr>
            <a:xfrm>
              <a:off x="1307533" y="1189098"/>
              <a:ext cx="1937584" cy="1349250"/>
            </a:xfrm>
            <a:prstGeom prst="rect">
              <a:avLst/>
            </a:prstGeom>
          </p:spPr>
        </p:pic>
      </p:grpSp>
      <p:sp>
        <p:nvSpPr>
          <p:cNvPr id="10" name="Parallelogram 9">
            <a:extLst>
              <a:ext uri="{FF2B5EF4-FFF2-40B4-BE49-F238E27FC236}">
                <a16:creationId xmlns:a16="http://schemas.microsoft.com/office/drawing/2014/main" id="{A89FDD28-6649-491E-9EFF-F3AF1EFA9C14}"/>
              </a:ext>
            </a:extLst>
          </p:cNvPr>
          <p:cNvSpPr/>
          <p:nvPr/>
        </p:nvSpPr>
        <p:spPr>
          <a:xfrm>
            <a:off x="3029562" y="3015121"/>
            <a:ext cx="6132876" cy="783007"/>
          </a:xfrm>
          <a:prstGeom prst="parallelogram">
            <a:avLst/>
          </a:prstGeom>
          <a:solidFill>
            <a:srgbClr val="9EC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7FC8E1EB-68A2-4CCA-867F-DE4DA42667FA}"/>
              </a:ext>
            </a:extLst>
          </p:cNvPr>
          <p:cNvSpPr/>
          <p:nvPr/>
        </p:nvSpPr>
        <p:spPr>
          <a:xfrm>
            <a:off x="1023174" y="429108"/>
            <a:ext cx="10755252" cy="923330"/>
          </a:xfrm>
          <a:prstGeom prst="rect">
            <a:avLst/>
          </a:prstGeom>
          <a:noFill/>
        </p:spPr>
        <p:txBody>
          <a:bodyPr wrap="none" lIns="91440" tIns="45720" rIns="91440" bIns="45720">
            <a:spAutoFit/>
          </a:bodyPr>
          <a:lstStyle/>
          <a:p>
            <a:pPr algn="ctr"/>
            <a:r>
              <a:rPr lang="en-US" sz="5400" b="0" cap="none" spc="0" dirty="0">
                <a:ln w="0"/>
                <a:solidFill>
                  <a:schemeClr val="bg1"/>
                </a:solidFill>
                <a:effectLst>
                  <a:outerShdw blurRad="38100" dist="19050" dir="2700000" algn="tl" rotWithShape="0">
                    <a:schemeClr val="dk1">
                      <a:alpha val="40000"/>
                    </a:schemeClr>
                  </a:outerShdw>
                </a:effectLst>
                <a:latin typeface="Arial Black" panose="020B0A04020102020204" pitchFamily="34" charset="0"/>
              </a:rPr>
              <a:t>AS AN EDUCATION CENTER</a:t>
            </a:r>
          </a:p>
        </p:txBody>
      </p:sp>
      <p:pic>
        <p:nvPicPr>
          <p:cNvPr id="12" name="Picture 11">
            <a:extLst>
              <a:ext uri="{FF2B5EF4-FFF2-40B4-BE49-F238E27FC236}">
                <a16:creationId xmlns:a16="http://schemas.microsoft.com/office/drawing/2014/main" id="{2648AF8D-8F88-46F8-8D24-4509E047F504}"/>
              </a:ext>
            </a:extLst>
          </p:cNvPr>
          <p:cNvPicPr>
            <a:picLocks noChangeAspect="1"/>
          </p:cNvPicPr>
          <p:nvPr/>
        </p:nvPicPr>
        <p:blipFill>
          <a:blip r:embed="rId3"/>
          <a:stretch>
            <a:fillRect/>
          </a:stretch>
        </p:blipFill>
        <p:spPr>
          <a:xfrm>
            <a:off x="3029562" y="2765135"/>
            <a:ext cx="6132876" cy="1518036"/>
          </a:xfrm>
          <a:prstGeom prst="rect">
            <a:avLst/>
          </a:prstGeom>
        </p:spPr>
      </p:pic>
      <p:sp>
        <p:nvSpPr>
          <p:cNvPr id="13" name="TextBox 12">
            <a:extLst>
              <a:ext uri="{FF2B5EF4-FFF2-40B4-BE49-F238E27FC236}">
                <a16:creationId xmlns:a16="http://schemas.microsoft.com/office/drawing/2014/main" id="{066EC97D-4911-4D7C-B645-80A61F380F2A}"/>
              </a:ext>
            </a:extLst>
          </p:cNvPr>
          <p:cNvSpPr txBox="1"/>
          <p:nvPr/>
        </p:nvSpPr>
        <p:spPr>
          <a:xfrm>
            <a:off x="3184002" y="3857668"/>
            <a:ext cx="5823996" cy="2308324"/>
          </a:xfrm>
          <a:prstGeom prst="rect">
            <a:avLst/>
          </a:prstGeom>
          <a:noFill/>
        </p:spPr>
        <p:txBody>
          <a:bodyPr wrap="square" rtlCol="0">
            <a:spAutoFit/>
          </a:bodyPr>
          <a:lstStyle/>
          <a:p>
            <a:pPr algn="ctr"/>
            <a:r>
              <a:rPr lang="en-PH" sz="3600" dirty="0"/>
              <a:t>To inspire and empower every</a:t>
            </a:r>
          </a:p>
          <a:p>
            <a:pPr algn="ctr"/>
            <a:r>
              <a:rPr lang="en-PH" sz="3600" dirty="0"/>
              <a:t>Filipino with the knowledge of</a:t>
            </a:r>
          </a:p>
          <a:p>
            <a:pPr algn="ctr"/>
            <a:r>
              <a:rPr lang="en-PH" sz="3600" dirty="0"/>
              <a:t>the national budget through</a:t>
            </a:r>
          </a:p>
          <a:p>
            <a:pPr algn="ctr"/>
            <a:r>
              <a:rPr lang="en-PH" sz="3600" dirty="0"/>
              <a:t>education.</a:t>
            </a:r>
          </a:p>
        </p:txBody>
      </p:sp>
    </p:spTree>
    <p:extLst>
      <p:ext uri="{BB962C8B-B14F-4D97-AF65-F5344CB8AC3E}">
        <p14:creationId xmlns:p14="http://schemas.microsoft.com/office/powerpoint/2010/main" val="1703452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C80090-427D-472F-B159-13E453D077AD}"/>
              </a:ext>
            </a:extLst>
          </p:cNvPr>
          <p:cNvSpPr/>
          <p:nvPr/>
        </p:nvSpPr>
        <p:spPr>
          <a:xfrm>
            <a:off x="2150150" y="-12680"/>
            <a:ext cx="6858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Parallelogram 9">
            <a:extLst>
              <a:ext uri="{FF2B5EF4-FFF2-40B4-BE49-F238E27FC236}">
                <a16:creationId xmlns:a16="http://schemas.microsoft.com/office/drawing/2014/main" id="{A89FDD28-6649-491E-9EFF-F3AF1EFA9C14}"/>
              </a:ext>
            </a:extLst>
          </p:cNvPr>
          <p:cNvSpPr/>
          <p:nvPr/>
        </p:nvSpPr>
        <p:spPr>
          <a:xfrm>
            <a:off x="3029562" y="3015121"/>
            <a:ext cx="6132876" cy="783007"/>
          </a:xfrm>
          <a:prstGeom prst="parallelogram">
            <a:avLst/>
          </a:prstGeom>
          <a:solidFill>
            <a:srgbClr val="9794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Rectangle 10">
            <a:extLst>
              <a:ext uri="{FF2B5EF4-FFF2-40B4-BE49-F238E27FC236}">
                <a16:creationId xmlns:a16="http://schemas.microsoft.com/office/drawing/2014/main" id="{7FC8E1EB-68A2-4CCA-867F-DE4DA42667FA}"/>
              </a:ext>
            </a:extLst>
          </p:cNvPr>
          <p:cNvSpPr/>
          <p:nvPr/>
        </p:nvSpPr>
        <p:spPr>
          <a:xfrm>
            <a:off x="-1120309" y="429108"/>
            <a:ext cx="15042259" cy="923330"/>
          </a:xfrm>
          <a:prstGeom prst="rect">
            <a:avLst/>
          </a:prstGeom>
          <a:noFill/>
        </p:spPr>
        <p:txBody>
          <a:bodyPr wrap="none" lIns="91440" tIns="45720" rIns="91440" bIns="45720">
            <a:spAutoFit/>
          </a:bodyPr>
          <a:lstStyle/>
          <a:p>
            <a:pPr algn="ctr"/>
            <a:r>
              <a:rPr lang="en-US" sz="5400" b="0" cap="none" spc="0" dirty="0">
                <a:ln w="0"/>
                <a:solidFill>
                  <a:schemeClr val="bg1"/>
                </a:solidFill>
                <a:effectLst>
                  <a:outerShdw blurRad="38100" dist="19050" dir="2700000" algn="tl" rotWithShape="0">
                    <a:schemeClr val="dk1">
                      <a:alpha val="40000"/>
                    </a:schemeClr>
                  </a:outerShdw>
                </a:effectLst>
                <a:latin typeface="Arial Black" panose="020B0A04020102020204" pitchFamily="34" charset="0"/>
              </a:rPr>
              <a:t>AS A PROJECT MANAGEMENT CENTER</a:t>
            </a:r>
          </a:p>
        </p:txBody>
      </p:sp>
      <p:sp>
        <p:nvSpPr>
          <p:cNvPr id="13" name="TextBox 12">
            <a:extLst>
              <a:ext uri="{FF2B5EF4-FFF2-40B4-BE49-F238E27FC236}">
                <a16:creationId xmlns:a16="http://schemas.microsoft.com/office/drawing/2014/main" id="{066EC97D-4911-4D7C-B645-80A61F380F2A}"/>
              </a:ext>
            </a:extLst>
          </p:cNvPr>
          <p:cNvSpPr txBox="1"/>
          <p:nvPr/>
        </p:nvSpPr>
        <p:spPr>
          <a:xfrm>
            <a:off x="2858826" y="3776983"/>
            <a:ext cx="6474348" cy="3970318"/>
          </a:xfrm>
          <a:prstGeom prst="rect">
            <a:avLst/>
          </a:prstGeom>
          <a:noFill/>
        </p:spPr>
        <p:txBody>
          <a:bodyPr wrap="square" rtlCol="0">
            <a:spAutoFit/>
          </a:bodyPr>
          <a:lstStyle/>
          <a:p>
            <a:pPr algn="ctr"/>
            <a:r>
              <a:rPr lang="en-PH" sz="3600" dirty="0"/>
              <a:t>The CNB lends its technical expertise to national government offices in the preparation and improving project proposals. CNB also assists legislators in the analysis and scrutiny of the general appropriations bill.</a:t>
            </a:r>
          </a:p>
        </p:txBody>
      </p:sp>
      <p:sp>
        <p:nvSpPr>
          <p:cNvPr id="6" name="Oval 5">
            <a:extLst>
              <a:ext uri="{FF2B5EF4-FFF2-40B4-BE49-F238E27FC236}">
                <a16:creationId xmlns:a16="http://schemas.microsoft.com/office/drawing/2014/main" id="{B1AE4BB8-C265-4E9C-ABC7-44010C5E6FB2}"/>
              </a:ext>
            </a:extLst>
          </p:cNvPr>
          <p:cNvSpPr/>
          <p:nvPr/>
        </p:nvSpPr>
        <p:spPr>
          <a:xfrm>
            <a:off x="4953000" y="429108"/>
            <a:ext cx="2286000" cy="2286000"/>
          </a:xfrm>
          <a:prstGeom prst="ellipse">
            <a:avLst/>
          </a:prstGeom>
          <a:solidFill>
            <a:schemeClr val="bg1"/>
          </a:solidFill>
          <a:ln w="152400">
            <a:solidFill>
              <a:srgbClr val="9794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2" name="Picture 21">
            <a:extLst>
              <a:ext uri="{FF2B5EF4-FFF2-40B4-BE49-F238E27FC236}">
                <a16:creationId xmlns:a16="http://schemas.microsoft.com/office/drawing/2014/main" id="{9DF4CF1B-E2E6-4F36-A42D-D976EABADBE2}"/>
              </a:ext>
            </a:extLst>
          </p:cNvPr>
          <p:cNvPicPr>
            <a:picLocks noChangeAspect="1"/>
          </p:cNvPicPr>
          <p:nvPr/>
        </p:nvPicPr>
        <p:blipFill rotWithShape="1">
          <a:blip r:embed="rId2">
            <a:extLst>
              <a:ext uri="{28A0092B-C50C-407E-A947-70E740481C1C}">
                <a14:useLocalDpi xmlns:a14="http://schemas.microsoft.com/office/drawing/2010/main" val="0"/>
              </a:ext>
            </a:extLst>
          </a:blip>
          <a:srcRect l="798" t="41150" r="85638" b="46626"/>
          <a:stretch/>
        </p:blipFill>
        <p:spPr>
          <a:xfrm>
            <a:off x="983909" y="1632088"/>
            <a:ext cx="1682434" cy="1083020"/>
          </a:xfrm>
          <a:prstGeom prst="rect">
            <a:avLst/>
          </a:prstGeom>
        </p:spPr>
      </p:pic>
      <p:pic>
        <p:nvPicPr>
          <p:cNvPr id="23" name="Picture 22">
            <a:extLst>
              <a:ext uri="{FF2B5EF4-FFF2-40B4-BE49-F238E27FC236}">
                <a16:creationId xmlns:a16="http://schemas.microsoft.com/office/drawing/2014/main" id="{4B6EF4E1-7497-4C3A-8241-D0BB4F5A8310}"/>
              </a:ext>
            </a:extLst>
          </p:cNvPr>
          <p:cNvPicPr>
            <a:picLocks noChangeAspect="1"/>
          </p:cNvPicPr>
          <p:nvPr/>
        </p:nvPicPr>
        <p:blipFill>
          <a:blip r:embed="rId3"/>
          <a:stretch>
            <a:fillRect/>
          </a:stretch>
        </p:blipFill>
        <p:spPr>
          <a:xfrm>
            <a:off x="4356251" y="2715108"/>
            <a:ext cx="8131342" cy="1184475"/>
          </a:xfrm>
          <a:prstGeom prst="rect">
            <a:avLst/>
          </a:prstGeom>
        </p:spPr>
      </p:pic>
      <p:pic>
        <p:nvPicPr>
          <p:cNvPr id="24" name="Picture 23">
            <a:extLst>
              <a:ext uri="{FF2B5EF4-FFF2-40B4-BE49-F238E27FC236}">
                <a16:creationId xmlns:a16="http://schemas.microsoft.com/office/drawing/2014/main" id="{20DE1413-A1E8-413D-8053-FCE94B3300B3}"/>
              </a:ext>
            </a:extLst>
          </p:cNvPr>
          <p:cNvPicPr>
            <a:picLocks noChangeAspect="1"/>
          </p:cNvPicPr>
          <p:nvPr/>
        </p:nvPicPr>
        <p:blipFill>
          <a:blip r:embed="rId4"/>
          <a:stretch>
            <a:fillRect/>
          </a:stretch>
        </p:blipFill>
        <p:spPr>
          <a:xfrm>
            <a:off x="2669751" y="1298263"/>
            <a:ext cx="6852498" cy="4261473"/>
          </a:xfrm>
          <a:prstGeom prst="rect">
            <a:avLst/>
          </a:prstGeom>
        </p:spPr>
      </p:pic>
    </p:spTree>
    <p:extLst>
      <p:ext uri="{BB962C8B-B14F-4D97-AF65-F5344CB8AC3E}">
        <p14:creationId xmlns:p14="http://schemas.microsoft.com/office/powerpoint/2010/main" val="3085513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C80090-427D-472F-B159-13E453D077AD}"/>
              </a:ext>
            </a:extLst>
          </p:cNvPr>
          <p:cNvSpPr/>
          <p:nvPr/>
        </p:nvSpPr>
        <p:spPr>
          <a:xfrm>
            <a:off x="2667000" y="0"/>
            <a:ext cx="6858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Parallelogram 9">
            <a:extLst>
              <a:ext uri="{FF2B5EF4-FFF2-40B4-BE49-F238E27FC236}">
                <a16:creationId xmlns:a16="http://schemas.microsoft.com/office/drawing/2014/main" id="{A89FDD28-6649-491E-9EFF-F3AF1EFA9C14}"/>
              </a:ext>
            </a:extLst>
          </p:cNvPr>
          <p:cNvSpPr/>
          <p:nvPr/>
        </p:nvSpPr>
        <p:spPr>
          <a:xfrm>
            <a:off x="3029562" y="3015121"/>
            <a:ext cx="6132876" cy="783007"/>
          </a:xfrm>
          <a:prstGeom prst="parallelogram">
            <a:avLst/>
          </a:prstGeom>
          <a:solidFill>
            <a:srgbClr val="9794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Oval 5">
            <a:extLst>
              <a:ext uri="{FF2B5EF4-FFF2-40B4-BE49-F238E27FC236}">
                <a16:creationId xmlns:a16="http://schemas.microsoft.com/office/drawing/2014/main" id="{B1AE4BB8-C265-4E9C-ABC7-44010C5E6FB2}"/>
              </a:ext>
            </a:extLst>
          </p:cNvPr>
          <p:cNvSpPr/>
          <p:nvPr/>
        </p:nvSpPr>
        <p:spPr>
          <a:xfrm>
            <a:off x="4953000" y="429108"/>
            <a:ext cx="2286000" cy="2286000"/>
          </a:xfrm>
          <a:prstGeom prst="ellipse">
            <a:avLst/>
          </a:prstGeom>
          <a:solidFill>
            <a:schemeClr val="bg1"/>
          </a:solidFill>
          <a:ln w="152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3" name="Picture 22">
            <a:extLst>
              <a:ext uri="{FF2B5EF4-FFF2-40B4-BE49-F238E27FC236}">
                <a16:creationId xmlns:a16="http://schemas.microsoft.com/office/drawing/2014/main" id="{4B6EF4E1-7497-4C3A-8241-D0BB4F5A8310}"/>
              </a:ext>
            </a:extLst>
          </p:cNvPr>
          <p:cNvPicPr>
            <a:picLocks noChangeAspect="1"/>
          </p:cNvPicPr>
          <p:nvPr/>
        </p:nvPicPr>
        <p:blipFill>
          <a:blip r:embed="rId2"/>
          <a:stretch>
            <a:fillRect/>
          </a:stretch>
        </p:blipFill>
        <p:spPr>
          <a:xfrm>
            <a:off x="3106706" y="2928202"/>
            <a:ext cx="5978588" cy="1184475"/>
          </a:xfrm>
          <a:prstGeom prst="rect">
            <a:avLst/>
          </a:prstGeom>
        </p:spPr>
      </p:pic>
      <p:pic>
        <p:nvPicPr>
          <p:cNvPr id="24" name="Picture 23">
            <a:extLst>
              <a:ext uri="{FF2B5EF4-FFF2-40B4-BE49-F238E27FC236}">
                <a16:creationId xmlns:a16="http://schemas.microsoft.com/office/drawing/2014/main" id="{20DE1413-A1E8-413D-8053-FCE94B3300B3}"/>
              </a:ext>
            </a:extLst>
          </p:cNvPr>
          <p:cNvPicPr>
            <a:picLocks noChangeAspect="1"/>
          </p:cNvPicPr>
          <p:nvPr/>
        </p:nvPicPr>
        <p:blipFill>
          <a:blip r:embed="rId3"/>
          <a:stretch>
            <a:fillRect/>
          </a:stretch>
        </p:blipFill>
        <p:spPr>
          <a:xfrm>
            <a:off x="3068245" y="3692630"/>
            <a:ext cx="6017049" cy="3239609"/>
          </a:xfrm>
          <a:prstGeom prst="rect">
            <a:avLst/>
          </a:prstGeom>
        </p:spPr>
      </p:pic>
      <p:pic>
        <p:nvPicPr>
          <p:cNvPr id="7" name="Picture 6">
            <a:extLst>
              <a:ext uri="{FF2B5EF4-FFF2-40B4-BE49-F238E27FC236}">
                <a16:creationId xmlns:a16="http://schemas.microsoft.com/office/drawing/2014/main" id="{60EA04C4-24B9-452A-AADE-3AB8E9175331}"/>
              </a:ext>
            </a:extLst>
          </p:cNvPr>
          <p:cNvPicPr>
            <a:picLocks noChangeAspect="1"/>
          </p:cNvPicPr>
          <p:nvPr/>
        </p:nvPicPr>
        <p:blipFill>
          <a:blip r:embed="rId4"/>
          <a:stretch>
            <a:fillRect/>
          </a:stretch>
        </p:blipFill>
        <p:spPr>
          <a:xfrm>
            <a:off x="5113105" y="649759"/>
            <a:ext cx="2057025" cy="1755726"/>
          </a:xfrm>
          <a:prstGeom prst="rect">
            <a:avLst/>
          </a:prstGeom>
        </p:spPr>
      </p:pic>
      <p:sp>
        <p:nvSpPr>
          <p:cNvPr id="17" name="Oval 16">
            <a:extLst>
              <a:ext uri="{FF2B5EF4-FFF2-40B4-BE49-F238E27FC236}">
                <a16:creationId xmlns:a16="http://schemas.microsoft.com/office/drawing/2014/main" id="{2198EB09-96A6-4D98-AC4D-A8EAB37A557C}"/>
              </a:ext>
            </a:extLst>
          </p:cNvPr>
          <p:cNvSpPr/>
          <p:nvPr/>
        </p:nvSpPr>
        <p:spPr>
          <a:xfrm>
            <a:off x="4953000" y="384622"/>
            <a:ext cx="2286000" cy="2286000"/>
          </a:xfrm>
          <a:prstGeom prst="ellipse">
            <a:avLst/>
          </a:prstGeom>
          <a:noFill/>
          <a:ln w="152400">
            <a:solidFill>
              <a:srgbClr val="9794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4093653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C80090-427D-472F-B159-13E453D077AD}"/>
              </a:ext>
            </a:extLst>
          </p:cNvPr>
          <p:cNvSpPr/>
          <p:nvPr/>
        </p:nvSpPr>
        <p:spPr>
          <a:xfrm>
            <a:off x="2667000" y="-22376"/>
            <a:ext cx="6858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Parallelogram 9">
            <a:extLst>
              <a:ext uri="{FF2B5EF4-FFF2-40B4-BE49-F238E27FC236}">
                <a16:creationId xmlns:a16="http://schemas.microsoft.com/office/drawing/2014/main" id="{A89FDD28-6649-491E-9EFF-F3AF1EFA9C14}"/>
              </a:ext>
            </a:extLst>
          </p:cNvPr>
          <p:cNvSpPr/>
          <p:nvPr/>
        </p:nvSpPr>
        <p:spPr>
          <a:xfrm>
            <a:off x="3029562" y="3015121"/>
            <a:ext cx="6132876" cy="783007"/>
          </a:xfrm>
          <a:prstGeom prst="parallelogram">
            <a:avLst/>
          </a:prstGeom>
          <a:solidFill>
            <a:srgbClr val="F795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3" name="TextBox 12">
            <a:extLst>
              <a:ext uri="{FF2B5EF4-FFF2-40B4-BE49-F238E27FC236}">
                <a16:creationId xmlns:a16="http://schemas.microsoft.com/office/drawing/2014/main" id="{066EC97D-4911-4D7C-B645-80A61F380F2A}"/>
              </a:ext>
            </a:extLst>
          </p:cNvPr>
          <p:cNvSpPr txBox="1"/>
          <p:nvPr/>
        </p:nvSpPr>
        <p:spPr>
          <a:xfrm>
            <a:off x="2858826" y="3776983"/>
            <a:ext cx="6474348" cy="1754326"/>
          </a:xfrm>
          <a:prstGeom prst="rect">
            <a:avLst/>
          </a:prstGeom>
          <a:noFill/>
        </p:spPr>
        <p:txBody>
          <a:bodyPr wrap="square" rtlCol="0">
            <a:spAutoFit/>
          </a:bodyPr>
          <a:lstStyle/>
          <a:p>
            <a:pPr algn="ctr"/>
            <a:r>
              <a:rPr lang="en-PH" sz="3600" dirty="0"/>
              <a:t>CNB produces books and periodicals as well as briefing materials</a:t>
            </a:r>
          </a:p>
        </p:txBody>
      </p:sp>
      <p:sp>
        <p:nvSpPr>
          <p:cNvPr id="6" name="Oval 5">
            <a:extLst>
              <a:ext uri="{FF2B5EF4-FFF2-40B4-BE49-F238E27FC236}">
                <a16:creationId xmlns:a16="http://schemas.microsoft.com/office/drawing/2014/main" id="{B1AE4BB8-C265-4E9C-ABC7-44010C5E6FB2}"/>
              </a:ext>
            </a:extLst>
          </p:cNvPr>
          <p:cNvSpPr/>
          <p:nvPr/>
        </p:nvSpPr>
        <p:spPr>
          <a:xfrm>
            <a:off x="4953000" y="429108"/>
            <a:ext cx="2286000" cy="2286000"/>
          </a:xfrm>
          <a:prstGeom prst="ellipse">
            <a:avLst/>
          </a:prstGeom>
          <a:solidFill>
            <a:schemeClr val="bg1"/>
          </a:solidFill>
          <a:ln w="152400">
            <a:solidFill>
              <a:srgbClr val="F795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0" name="Picture 19">
            <a:extLst>
              <a:ext uri="{FF2B5EF4-FFF2-40B4-BE49-F238E27FC236}">
                <a16:creationId xmlns:a16="http://schemas.microsoft.com/office/drawing/2014/main" id="{EEB3DD4C-7F1E-416F-8870-71F1EEDD8092}"/>
              </a:ext>
            </a:extLst>
          </p:cNvPr>
          <p:cNvPicPr>
            <a:picLocks noChangeAspect="1"/>
          </p:cNvPicPr>
          <p:nvPr/>
        </p:nvPicPr>
        <p:blipFill rotWithShape="1">
          <a:blip r:embed="rId2">
            <a:extLst>
              <a:ext uri="{28A0092B-C50C-407E-A947-70E740481C1C}">
                <a14:useLocalDpi xmlns:a14="http://schemas.microsoft.com/office/drawing/2010/main" val="0"/>
              </a:ext>
            </a:extLst>
          </a:blip>
          <a:srcRect l="39791" t="16889" r="39987" b="62337"/>
          <a:stretch/>
        </p:blipFill>
        <p:spPr>
          <a:xfrm>
            <a:off x="5402580" y="919600"/>
            <a:ext cx="1386840" cy="1424646"/>
          </a:xfrm>
          <a:prstGeom prst="rect">
            <a:avLst/>
          </a:prstGeom>
        </p:spPr>
      </p:pic>
      <p:pic>
        <p:nvPicPr>
          <p:cNvPr id="21" name="Picture 20">
            <a:extLst>
              <a:ext uri="{FF2B5EF4-FFF2-40B4-BE49-F238E27FC236}">
                <a16:creationId xmlns:a16="http://schemas.microsoft.com/office/drawing/2014/main" id="{077AD583-9F8B-473E-BA4E-EC09066F92A2}"/>
              </a:ext>
            </a:extLst>
          </p:cNvPr>
          <p:cNvPicPr>
            <a:picLocks noChangeAspect="1"/>
          </p:cNvPicPr>
          <p:nvPr/>
        </p:nvPicPr>
        <p:blipFill>
          <a:blip r:embed="rId3"/>
          <a:stretch>
            <a:fillRect/>
          </a:stretch>
        </p:blipFill>
        <p:spPr>
          <a:xfrm>
            <a:off x="2957209" y="2785175"/>
            <a:ext cx="6188940" cy="1518036"/>
          </a:xfrm>
          <a:prstGeom prst="rect">
            <a:avLst/>
          </a:prstGeom>
        </p:spPr>
      </p:pic>
    </p:spTree>
    <p:extLst>
      <p:ext uri="{BB962C8B-B14F-4D97-AF65-F5344CB8AC3E}">
        <p14:creationId xmlns:p14="http://schemas.microsoft.com/office/powerpoint/2010/main" val="1317607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C80090-427D-472F-B159-13E453D077AD}"/>
              </a:ext>
            </a:extLst>
          </p:cNvPr>
          <p:cNvSpPr/>
          <p:nvPr/>
        </p:nvSpPr>
        <p:spPr>
          <a:xfrm>
            <a:off x="2150150" y="-12680"/>
            <a:ext cx="6858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Parallelogram 9">
            <a:extLst>
              <a:ext uri="{FF2B5EF4-FFF2-40B4-BE49-F238E27FC236}">
                <a16:creationId xmlns:a16="http://schemas.microsoft.com/office/drawing/2014/main" id="{A89FDD28-6649-491E-9EFF-F3AF1EFA9C14}"/>
              </a:ext>
            </a:extLst>
          </p:cNvPr>
          <p:cNvSpPr/>
          <p:nvPr/>
        </p:nvSpPr>
        <p:spPr>
          <a:xfrm>
            <a:off x="3029562" y="3015121"/>
            <a:ext cx="6132876" cy="783007"/>
          </a:xfrm>
          <a:prstGeom prst="parallelogram">
            <a:avLst/>
          </a:prstGeom>
          <a:solidFill>
            <a:srgbClr val="4BB7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Oval 5">
            <a:extLst>
              <a:ext uri="{FF2B5EF4-FFF2-40B4-BE49-F238E27FC236}">
                <a16:creationId xmlns:a16="http://schemas.microsoft.com/office/drawing/2014/main" id="{B1AE4BB8-C265-4E9C-ABC7-44010C5E6FB2}"/>
              </a:ext>
            </a:extLst>
          </p:cNvPr>
          <p:cNvSpPr/>
          <p:nvPr/>
        </p:nvSpPr>
        <p:spPr>
          <a:xfrm>
            <a:off x="4953000" y="429108"/>
            <a:ext cx="2286000" cy="2286000"/>
          </a:xfrm>
          <a:prstGeom prst="ellipse">
            <a:avLst/>
          </a:prstGeom>
          <a:solidFill>
            <a:schemeClr val="bg1"/>
          </a:solidFill>
          <a:ln w="152400">
            <a:solidFill>
              <a:srgbClr val="4BB7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7" name="Group 6">
            <a:extLst>
              <a:ext uri="{FF2B5EF4-FFF2-40B4-BE49-F238E27FC236}">
                <a16:creationId xmlns:a16="http://schemas.microsoft.com/office/drawing/2014/main" id="{EBBFBED0-F70D-43F8-9B02-F58EC8FB9999}"/>
              </a:ext>
            </a:extLst>
          </p:cNvPr>
          <p:cNvGrpSpPr/>
          <p:nvPr/>
        </p:nvGrpSpPr>
        <p:grpSpPr>
          <a:xfrm>
            <a:off x="5363542" y="832976"/>
            <a:ext cx="1485602" cy="1439905"/>
            <a:chOff x="8048963" y="1478696"/>
            <a:chExt cx="1152425" cy="1115682"/>
          </a:xfrm>
        </p:grpSpPr>
        <p:pic>
          <p:nvPicPr>
            <p:cNvPr id="17" name="Picture 16">
              <a:extLst>
                <a:ext uri="{FF2B5EF4-FFF2-40B4-BE49-F238E27FC236}">
                  <a16:creationId xmlns:a16="http://schemas.microsoft.com/office/drawing/2014/main" id="{94004DCD-EBF8-49F9-A245-58E6F070D3CD}"/>
                </a:ext>
              </a:extLst>
            </p:cNvPr>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42680" t="18888" r="40516" b="64924"/>
            <a:stretch/>
          </p:blipFill>
          <p:spPr>
            <a:xfrm>
              <a:off x="8048963" y="1478696"/>
              <a:ext cx="1152425" cy="1110154"/>
            </a:xfrm>
            <a:prstGeom prst="rect">
              <a:avLst/>
            </a:prstGeom>
          </p:spPr>
        </p:pic>
        <p:sp>
          <p:nvSpPr>
            <p:cNvPr id="4" name="Rectangle 3">
              <a:extLst>
                <a:ext uri="{FF2B5EF4-FFF2-40B4-BE49-F238E27FC236}">
                  <a16:creationId xmlns:a16="http://schemas.microsoft.com/office/drawing/2014/main" id="{BBBE39C1-E084-4774-96F3-FB301A1F659B}"/>
                </a:ext>
              </a:extLst>
            </p:cNvPr>
            <p:cNvSpPr/>
            <p:nvPr/>
          </p:nvSpPr>
          <p:spPr>
            <a:xfrm>
              <a:off x="9008150" y="2430274"/>
              <a:ext cx="193238" cy="1641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pic>
        <p:nvPicPr>
          <p:cNvPr id="18" name="Picture 17">
            <a:extLst>
              <a:ext uri="{FF2B5EF4-FFF2-40B4-BE49-F238E27FC236}">
                <a16:creationId xmlns:a16="http://schemas.microsoft.com/office/drawing/2014/main" id="{47376F2F-C30A-46FC-A12F-D6ADE9DBDC8B}"/>
              </a:ext>
            </a:extLst>
          </p:cNvPr>
          <p:cNvPicPr>
            <a:picLocks noChangeAspect="1"/>
          </p:cNvPicPr>
          <p:nvPr/>
        </p:nvPicPr>
        <p:blipFill>
          <a:blip r:embed="rId3"/>
          <a:stretch>
            <a:fillRect/>
          </a:stretch>
        </p:blipFill>
        <p:spPr>
          <a:xfrm>
            <a:off x="3025080" y="2774648"/>
            <a:ext cx="6141841" cy="1518036"/>
          </a:xfrm>
          <a:prstGeom prst="rect">
            <a:avLst/>
          </a:prstGeom>
        </p:spPr>
      </p:pic>
      <p:pic>
        <p:nvPicPr>
          <p:cNvPr id="19" name="Picture 18">
            <a:extLst>
              <a:ext uri="{FF2B5EF4-FFF2-40B4-BE49-F238E27FC236}">
                <a16:creationId xmlns:a16="http://schemas.microsoft.com/office/drawing/2014/main" id="{B4425BFA-E34B-49B9-A913-09A40580CEED}"/>
              </a:ext>
            </a:extLst>
          </p:cNvPr>
          <p:cNvPicPr>
            <a:picLocks noChangeAspect="1"/>
          </p:cNvPicPr>
          <p:nvPr/>
        </p:nvPicPr>
        <p:blipFill>
          <a:blip r:embed="rId4"/>
          <a:stretch>
            <a:fillRect/>
          </a:stretch>
        </p:blipFill>
        <p:spPr>
          <a:xfrm>
            <a:off x="2978374" y="3699069"/>
            <a:ext cx="6235253" cy="2729823"/>
          </a:xfrm>
          <a:prstGeom prst="rect">
            <a:avLst/>
          </a:prstGeom>
        </p:spPr>
      </p:pic>
    </p:spTree>
    <p:extLst>
      <p:ext uri="{BB962C8B-B14F-4D97-AF65-F5344CB8AC3E}">
        <p14:creationId xmlns:p14="http://schemas.microsoft.com/office/powerpoint/2010/main" val="2279092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C80090-427D-472F-B159-13E453D077AD}"/>
              </a:ext>
            </a:extLst>
          </p:cNvPr>
          <p:cNvSpPr/>
          <p:nvPr/>
        </p:nvSpPr>
        <p:spPr>
          <a:xfrm>
            <a:off x="2667000" y="0"/>
            <a:ext cx="6858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Parallelogram 9">
            <a:extLst>
              <a:ext uri="{FF2B5EF4-FFF2-40B4-BE49-F238E27FC236}">
                <a16:creationId xmlns:a16="http://schemas.microsoft.com/office/drawing/2014/main" id="{A89FDD28-6649-491E-9EFF-F3AF1EFA9C14}"/>
              </a:ext>
            </a:extLst>
          </p:cNvPr>
          <p:cNvSpPr/>
          <p:nvPr/>
        </p:nvSpPr>
        <p:spPr>
          <a:xfrm>
            <a:off x="3029562" y="3015121"/>
            <a:ext cx="6132876" cy="783007"/>
          </a:xfrm>
          <a:prstGeom prst="parallelogram">
            <a:avLst/>
          </a:prstGeom>
          <a:solidFill>
            <a:srgbClr val="E962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 name="Picture 1">
            <a:extLst>
              <a:ext uri="{FF2B5EF4-FFF2-40B4-BE49-F238E27FC236}">
                <a16:creationId xmlns:a16="http://schemas.microsoft.com/office/drawing/2014/main" id="{6D458DAB-0A74-44B1-8C1F-1C9A4FFB7F37}"/>
              </a:ext>
            </a:extLst>
          </p:cNvPr>
          <p:cNvPicPr>
            <a:picLocks noChangeAspect="1"/>
          </p:cNvPicPr>
          <p:nvPr/>
        </p:nvPicPr>
        <p:blipFill>
          <a:blip r:embed="rId2"/>
          <a:stretch>
            <a:fillRect/>
          </a:stretch>
        </p:blipFill>
        <p:spPr>
          <a:xfrm>
            <a:off x="3010511" y="2774648"/>
            <a:ext cx="6132876" cy="1518036"/>
          </a:xfrm>
          <a:prstGeom prst="rect">
            <a:avLst/>
          </a:prstGeom>
        </p:spPr>
      </p:pic>
      <p:grpSp>
        <p:nvGrpSpPr>
          <p:cNvPr id="3" name="Group 2">
            <a:extLst>
              <a:ext uri="{FF2B5EF4-FFF2-40B4-BE49-F238E27FC236}">
                <a16:creationId xmlns:a16="http://schemas.microsoft.com/office/drawing/2014/main" id="{3F822B5E-EC14-40D0-9F6C-B923CB844315}"/>
              </a:ext>
            </a:extLst>
          </p:cNvPr>
          <p:cNvGrpSpPr/>
          <p:nvPr/>
        </p:nvGrpSpPr>
        <p:grpSpPr>
          <a:xfrm>
            <a:off x="4953000" y="429108"/>
            <a:ext cx="2286000" cy="2286000"/>
            <a:chOff x="4953000" y="429108"/>
            <a:chExt cx="2286000" cy="2286000"/>
          </a:xfrm>
        </p:grpSpPr>
        <p:sp>
          <p:nvSpPr>
            <p:cNvPr id="6" name="Oval 5">
              <a:extLst>
                <a:ext uri="{FF2B5EF4-FFF2-40B4-BE49-F238E27FC236}">
                  <a16:creationId xmlns:a16="http://schemas.microsoft.com/office/drawing/2014/main" id="{B1AE4BB8-C265-4E9C-ABC7-44010C5E6FB2}"/>
                </a:ext>
              </a:extLst>
            </p:cNvPr>
            <p:cNvSpPr/>
            <p:nvPr/>
          </p:nvSpPr>
          <p:spPr>
            <a:xfrm>
              <a:off x="4953000" y="429108"/>
              <a:ext cx="2286000" cy="2286000"/>
            </a:xfrm>
            <a:prstGeom prst="ellipse">
              <a:avLst/>
            </a:prstGeom>
            <a:solidFill>
              <a:schemeClr val="bg1">
                <a:lumMod val="95000"/>
              </a:schemeClr>
            </a:solidFill>
            <a:ln w="152400">
              <a:solidFill>
                <a:srgbClr val="E962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4" name="Picture 13">
              <a:extLst>
                <a:ext uri="{FF2B5EF4-FFF2-40B4-BE49-F238E27FC236}">
                  <a16:creationId xmlns:a16="http://schemas.microsoft.com/office/drawing/2014/main" id="{2AFA9043-1F9E-495B-930C-F415AB9970D8}"/>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7374" t="30070" r="70919" b="53348"/>
            <a:stretch/>
          </p:blipFill>
          <p:spPr>
            <a:xfrm>
              <a:off x="5339475" y="806730"/>
              <a:ext cx="1513049" cy="1530755"/>
            </a:xfrm>
            <a:prstGeom prst="rect">
              <a:avLst/>
            </a:prstGeom>
          </p:spPr>
        </p:pic>
      </p:grpSp>
      <p:pic>
        <p:nvPicPr>
          <p:cNvPr id="7" name="Picture 6">
            <a:extLst>
              <a:ext uri="{FF2B5EF4-FFF2-40B4-BE49-F238E27FC236}">
                <a16:creationId xmlns:a16="http://schemas.microsoft.com/office/drawing/2014/main" id="{364EC7A1-EDC1-4FE2-83B8-AE2E7FD3776B}"/>
              </a:ext>
            </a:extLst>
          </p:cNvPr>
          <p:cNvPicPr>
            <a:picLocks noChangeAspect="1"/>
          </p:cNvPicPr>
          <p:nvPr/>
        </p:nvPicPr>
        <p:blipFill>
          <a:blip r:embed="rId4"/>
          <a:stretch>
            <a:fillRect/>
          </a:stretch>
        </p:blipFill>
        <p:spPr>
          <a:xfrm>
            <a:off x="3029562" y="3647494"/>
            <a:ext cx="6132876" cy="3288173"/>
          </a:xfrm>
          <a:prstGeom prst="rect">
            <a:avLst/>
          </a:prstGeom>
        </p:spPr>
      </p:pic>
    </p:spTree>
    <p:extLst>
      <p:ext uri="{BB962C8B-B14F-4D97-AF65-F5344CB8AC3E}">
        <p14:creationId xmlns:p14="http://schemas.microsoft.com/office/powerpoint/2010/main" val="2918844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DC80090-427D-472F-B159-13E453D077AD}"/>
              </a:ext>
            </a:extLst>
          </p:cNvPr>
          <p:cNvSpPr/>
          <p:nvPr/>
        </p:nvSpPr>
        <p:spPr>
          <a:xfrm>
            <a:off x="2667000" y="0"/>
            <a:ext cx="6858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9" name="Group 8">
            <a:extLst>
              <a:ext uri="{FF2B5EF4-FFF2-40B4-BE49-F238E27FC236}">
                <a16:creationId xmlns:a16="http://schemas.microsoft.com/office/drawing/2014/main" id="{6BB7E984-7DE1-47C1-B427-1B4E961CB720}"/>
              </a:ext>
            </a:extLst>
          </p:cNvPr>
          <p:cNvGrpSpPr/>
          <p:nvPr/>
        </p:nvGrpSpPr>
        <p:grpSpPr>
          <a:xfrm>
            <a:off x="4953000" y="429108"/>
            <a:ext cx="2286000" cy="2286000"/>
            <a:chOff x="1133325" y="720723"/>
            <a:chExt cx="2286000" cy="2286000"/>
          </a:xfrm>
        </p:grpSpPr>
        <p:sp>
          <p:nvSpPr>
            <p:cNvPr id="6" name="Oval 5">
              <a:extLst>
                <a:ext uri="{FF2B5EF4-FFF2-40B4-BE49-F238E27FC236}">
                  <a16:creationId xmlns:a16="http://schemas.microsoft.com/office/drawing/2014/main" id="{B1AE4BB8-C265-4E9C-ABC7-44010C5E6FB2}"/>
                </a:ext>
              </a:extLst>
            </p:cNvPr>
            <p:cNvSpPr/>
            <p:nvPr/>
          </p:nvSpPr>
          <p:spPr>
            <a:xfrm>
              <a:off x="1133325" y="720723"/>
              <a:ext cx="2286000" cy="2286000"/>
            </a:xfrm>
            <a:prstGeom prst="ellipse">
              <a:avLst/>
            </a:prstGeom>
            <a:solidFill>
              <a:schemeClr val="bg1">
                <a:lumMod val="95000"/>
              </a:schemeClr>
            </a:solidFill>
            <a:ln w="152400">
              <a:solidFill>
                <a:srgbClr val="9EC8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8" name="Picture 7">
              <a:extLst>
                <a:ext uri="{FF2B5EF4-FFF2-40B4-BE49-F238E27FC236}">
                  <a16:creationId xmlns:a16="http://schemas.microsoft.com/office/drawing/2014/main" id="{AC0C1D45-2478-4AA0-A075-49FB3030CC97}"/>
                </a:ext>
              </a:extLst>
            </p:cNvPr>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8906" t="23159" r="14178" b="29806"/>
            <a:stretch/>
          </p:blipFill>
          <p:spPr>
            <a:xfrm>
              <a:off x="1307533" y="1189098"/>
              <a:ext cx="1937584" cy="1349250"/>
            </a:xfrm>
            <a:prstGeom prst="rect">
              <a:avLst/>
            </a:prstGeom>
          </p:spPr>
        </p:pic>
      </p:grpSp>
      <p:sp>
        <p:nvSpPr>
          <p:cNvPr id="10" name="Parallelogram 9">
            <a:extLst>
              <a:ext uri="{FF2B5EF4-FFF2-40B4-BE49-F238E27FC236}">
                <a16:creationId xmlns:a16="http://schemas.microsoft.com/office/drawing/2014/main" id="{A89FDD28-6649-491E-9EFF-F3AF1EFA9C14}"/>
              </a:ext>
            </a:extLst>
          </p:cNvPr>
          <p:cNvSpPr/>
          <p:nvPr/>
        </p:nvSpPr>
        <p:spPr>
          <a:xfrm>
            <a:off x="3029562" y="3015121"/>
            <a:ext cx="6132876" cy="783007"/>
          </a:xfrm>
          <a:prstGeom prst="parallelogram">
            <a:avLst/>
          </a:prstGeom>
          <a:solidFill>
            <a:srgbClr val="9EC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2" name="Picture 11">
            <a:extLst>
              <a:ext uri="{FF2B5EF4-FFF2-40B4-BE49-F238E27FC236}">
                <a16:creationId xmlns:a16="http://schemas.microsoft.com/office/drawing/2014/main" id="{2648AF8D-8F88-46F8-8D24-4509E047F504}"/>
              </a:ext>
            </a:extLst>
          </p:cNvPr>
          <p:cNvPicPr>
            <a:picLocks noChangeAspect="1"/>
          </p:cNvPicPr>
          <p:nvPr/>
        </p:nvPicPr>
        <p:blipFill>
          <a:blip r:embed="rId3"/>
          <a:stretch>
            <a:fillRect/>
          </a:stretch>
        </p:blipFill>
        <p:spPr>
          <a:xfrm>
            <a:off x="3029562" y="2765135"/>
            <a:ext cx="6132876" cy="1518036"/>
          </a:xfrm>
          <a:prstGeom prst="rect">
            <a:avLst/>
          </a:prstGeom>
        </p:spPr>
      </p:pic>
      <p:sp>
        <p:nvSpPr>
          <p:cNvPr id="13" name="TextBox 12">
            <a:extLst>
              <a:ext uri="{FF2B5EF4-FFF2-40B4-BE49-F238E27FC236}">
                <a16:creationId xmlns:a16="http://schemas.microsoft.com/office/drawing/2014/main" id="{066EC97D-4911-4D7C-B645-80A61F380F2A}"/>
              </a:ext>
            </a:extLst>
          </p:cNvPr>
          <p:cNvSpPr txBox="1"/>
          <p:nvPr/>
        </p:nvSpPr>
        <p:spPr>
          <a:xfrm>
            <a:off x="3184002" y="3857668"/>
            <a:ext cx="5823996" cy="2308324"/>
          </a:xfrm>
          <a:prstGeom prst="rect">
            <a:avLst/>
          </a:prstGeom>
          <a:noFill/>
        </p:spPr>
        <p:txBody>
          <a:bodyPr wrap="square" rtlCol="0">
            <a:spAutoFit/>
          </a:bodyPr>
          <a:lstStyle/>
          <a:p>
            <a:pPr algn="ctr"/>
            <a:r>
              <a:rPr lang="en-PH" sz="3600" dirty="0"/>
              <a:t>To inspire and empower every</a:t>
            </a:r>
          </a:p>
          <a:p>
            <a:pPr algn="ctr"/>
            <a:r>
              <a:rPr lang="en-PH" sz="3600" dirty="0"/>
              <a:t>Filipino with the knowledge of</a:t>
            </a:r>
          </a:p>
          <a:p>
            <a:pPr algn="ctr"/>
            <a:r>
              <a:rPr lang="en-PH" sz="3600" dirty="0"/>
              <a:t>the national budget through</a:t>
            </a:r>
          </a:p>
          <a:p>
            <a:pPr algn="ctr"/>
            <a:r>
              <a:rPr lang="en-PH" sz="3600" dirty="0"/>
              <a:t>education.</a:t>
            </a:r>
          </a:p>
        </p:txBody>
      </p:sp>
    </p:spTree>
    <p:extLst>
      <p:ext uri="{BB962C8B-B14F-4D97-AF65-F5344CB8AC3E}">
        <p14:creationId xmlns:p14="http://schemas.microsoft.com/office/powerpoint/2010/main" val="2497859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TotalTime>
  <Words>84</Words>
  <Application>Microsoft Office PowerPoint</Application>
  <PresentationFormat>Widescreen</PresentationFormat>
  <Paragraphs>12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clee axe</dc:creator>
  <cp:lastModifiedBy>clee axe</cp:lastModifiedBy>
  <cp:revision>14</cp:revision>
  <dcterms:created xsi:type="dcterms:W3CDTF">2026-04-25T09:51:56Z</dcterms:created>
  <dcterms:modified xsi:type="dcterms:W3CDTF">2026-04-25T13:02:13Z</dcterms:modified>
</cp:coreProperties>
</file>